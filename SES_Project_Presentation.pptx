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4A99"/>
                </a:solidFill>
              </a:rPr>
              <a:t>Sanitar-Epidemiologik Xizmat (SES)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Raqamli transformatsiya va jarayonlarni avtomatlashtirish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Taqdimot: 27-Fevral,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Muammo va Ehtiyoj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Qog'ozbozlik va hisobotlarni qo'lda yozish (vaqt yo'qotilishi).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Ma'lumotlarning markazlashmaganligi va kechikishi.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Ob'ektlarni monitoring qilishdagi qiyinchiliklar.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Inson omili ta'sirida hisob-kitobdagi xatoliklar.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Bizning Yechim: SES Digital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Yagona Web va Mobile ekotizimi.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Ma'lumotlarni real vaqt rejimida yig'ish va tahlil qilish.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To'liq shaffoflik va nazorat tizimi.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Hisobotlarni 100% avtomatlashtirish.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Web Dashboard (Admin Panel)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Markazlashgan boshqaruv va RBAC (Rollar tizimi).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Hududlararo statistik tahlillar.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Foydalanuvchilar va ruxsatnomalarni boshqarish.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Barcha jadvallar va hisobotlar arxivi.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Mobile Ilova (Inspektorlar uchun)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Joyidan turib ma'lumot kiritish (GPS koordinatalari).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Tezkor SOS xabarlari (foto-faktlar bilan).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Push-bildirishnomalar (yangi topshiriqlar).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Oson va tushunarli interfeys.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Asosiy Modullar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Inspections (Tekshiruvlar): 1-4 gacha murakkab jadvallar.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Appeals (Murojaatlar): Fuqarolar bilan ishlash tizimi.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SOS Alerts: Favqulodda xabarlar monitoringi.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Avtomatlashtirish va Hisobotlar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Excel Export: Davlat standartidagi hisobotlarni bir zumda yuklash.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Ko'p tillilik: O'zbek, Rus va Ingliz tillarini to'liq qo'llab-quvvatlash.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Dinamik qidiruv va filtrlash tizimi.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Texnik Ustunliklar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Backend: NestJS &amp; PostgreSQL (Xavfsiz va barqaror).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Frontend: React &amp; React Native (Tezkor va zamonaviy).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Infratuzilma: Docker (Oson o'rnatish va kengaytirish).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Kutilayotgan Natijalar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Hisobot tayyorlash vaqti 80% ga qisqardi.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Ma'lumotlar aniqligi 100% ga yetkazildi.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Masofaviy nazorat va monitoring tizimi shakllandi.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A99"/>
                </a:solidFill>
              </a:rPr>
              <a:t>E'tiboringiz uchun rahmat!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Savollar bormi?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2026-02-26T14:56:56Z</dcterms:created>
  <dcterms:modified xsi:type="dcterms:W3CDTF">2026-02-26T14:56:56Z</dcterms:modified>
</cp:coreProperties>
</file>