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116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SMART SES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99FF"/>
                </a:solidFill>
              </a:rPr>
              <a:t>Zamonaviy Raqamli Sanitariya Nazorati Ekotizimi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0" y="3840480"/>
            <a:ext cx="45720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Taqdimot: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36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9195"/>
            <a:ext cx="9144000" cy="137160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Inqiroz va Ehtiyoj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Eski usuldagi qog'ozbozlik va vaqt yo'qotilishi.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Ma'lumotlarning markazlashmaganligi (hisobotlar kechikishi).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Nazorat va monitoring jarayonidagi shaffoflik yetishmasligi.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Inson omili ta'sirida statistik xatolar.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9195"/>
            <a:ext cx="9144000" cy="137160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SES – Bu Yagona Platforma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Yaqona ma'lumotlar bazasi va markazlashgan boshqaruv.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Dashboard: Rahbariyat uchun monitoring va tahlil.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Ilova: Inspektorlar uchun joyida ishlash vositasi.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To'liq integratsiya qilingan tizimlararo aloqa.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9195"/>
            <a:ext cx="9144000" cy="137160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Ilova: Tezkorlik va Sifat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Inspektorlar uchun: Joyidan turib ma'lumot kiritish (GPS/Foto).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Favqulodda SOS: Epidemiologik xavf haqida tezkor bildirishnoma.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Mode: Internet yo'q joyda ham ishlash va qayta sinxronlash.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Push-bildirishnomalar va topshiriqlar nazorati.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9195"/>
            <a:ext cx="9144000" cy="137160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Ixtisoslashgan Nazorat Modullari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Bolalar va o'smirlar gigiyenasi nazorati.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Oziq-ovqat xavfsizligi va Taomlanish gigiyenasi.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Kommunal xo'jaliklar sanitariya nazorati.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Epidemiologiya: Kasalliklar tarqalishini real vaqtda monitoringi.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9195"/>
            <a:ext cx="9144000" cy="137160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Analitika va Avtomatlashtirish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Export: Davlat standarti asosidagi hisobotlarni avtomatik generatsiya qilish.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Trendlar tahlili: Kasallanish dinamikasini grafiklarda ko'rish.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Inson omilisiz 100% aniq hisob-kitoblar.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Hisobot tayyorlash vaqti 80% ga qisqardi.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9195"/>
            <a:ext cx="9144000" cy="137160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Texnik Ustunliklar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NestJS &amp; PostgreSQL (Xavfsiz va tez).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React &amp; React Native (Professional).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Infratuzilma: Docker (Barqaror ishlash muhiti).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Ko'p tillilik: O'zbek, Rus va Ingliz tillari.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E'tiboringiz uchun rahmat!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99FF"/>
                </a:solidFill>
              </a:rPr>
              <a:t>SMART SES — Kelajak Sanitariya Nazorati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2026-02-26T15:08:38Z</dcterms:created>
  <dcterms:modified xsi:type="dcterms:W3CDTF">2026-02-26T15:08:38Z</dcterms:modified>
</cp:coreProperties>
</file>