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B5B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182880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FFFFF"/>
                </a:solidFill>
              </a:rPr>
              <a:t>SMART SES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0" y="31089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DFF6FF"/>
                </a:solidFill>
              </a:rPr>
              <a:t>Tuman va Shahar Boshqaruvi Uchun Raqamli Qalqon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743200" y="3840480"/>
            <a:ext cx="3657600" cy="0"/>
          </a:xfrm>
          <a:prstGeom prst="line">
            <a:avLst/>
          </a:prstGeom>
          <a:noFill/>
          <a:ln w="254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0" y="43891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FFFFFF"/>
                </a:solidFill>
              </a:rPr>
              <a:t>Rahbariyat Uchun Strategik Yechim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82880"/>
          </a:xfrm>
          <a:prstGeom prst="rect">
            <a:avLst/>
          </a:prstGeom>
          <a:solidFill>
            <a:srgbClr val="002B5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937760"/>
            <a:ext cx="9144000" cy="137160"/>
          </a:xfrm>
          <a:prstGeom prst="rect">
            <a:avLst/>
          </a:prstGeom>
          <a:solidFill>
            <a:srgbClr val="256D85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5486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02B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Sizda Haliyam Qog'ozmi? (Boshqaruvdagi Bo'shliqlar)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731520" y="1463040"/>
            <a:ext cx="77724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17500" indent="-317500">
              <a:buSzPct val="100000"/>
              <a:buChar char="•"/>
            </a:pPr>
            <a:r>
              <a:rPr lang="en-US" sz="2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Inspektor qayerda? (Nazorat yo'qligi).</a:t>
            </a:r>
            <a:pPr indent="0" marL="0">
              <a:buNone/>
            </a:pPr>
            <a:r>
              <a:rPr lang="en-US" sz="2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Hisobot qachon tayyor bo'ladi? (Haftalab kutish).</a:t>
            </a:r>
            <a:pPr indent="0" marL="0">
              <a:buNone/>
            </a:pPr>
            <a:r>
              <a:rPr lang="en-US" sz="2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Ma'lumotlar to'g'rimi? (Inson omili va xatolar).</a:t>
            </a:r>
            <a:pPr indent="0" marL="0">
              <a:buNone/>
            </a:pPr>
            <a:r>
              <a:rPr lang="en-US" sz="2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Epidemiya chiqsa kim javob beradi? (Kechikkan reaksiya).</a:t>
            </a:r>
            <a:endParaRPr lang="en-US" sz="2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82880"/>
          </a:xfrm>
          <a:prstGeom prst="rect">
            <a:avLst/>
          </a:prstGeom>
          <a:solidFill>
            <a:srgbClr val="002B5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937760"/>
            <a:ext cx="9144000" cy="137160"/>
          </a:xfrm>
          <a:prstGeom prst="rect">
            <a:avLst/>
          </a:prstGeom>
          <a:solidFill>
            <a:srgbClr val="256D85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5486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02B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SMART SES: Boshqaruvni Qo'lga Oling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731520" y="1463040"/>
            <a:ext cx="77724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17500" indent="-317500">
              <a:buSzPct val="100000"/>
              <a:buChar char="•"/>
            </a:pPr>
            <a:r>
              <a:rPr lang="en-US" sz="2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Shaffoflik: Real vaqtda barcha jarayonlar monitorida.</a:t>
            </a:r>
            <a:pPr indent="0" marL="0">
              <a:buNone/>
            </a:pPr>
            <a:r>
              <a:rPr lang="en-US" sz="2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Monitoring: Har bir ob'ektning raqamli pasporti.</a:t>
            </a:r>
            <a:pPr indent="0" marL="0">
              <a:buNone/>
            </a:pPr>
            <a:r>
              <a:rPr lang="en-US" sz="2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Markazlashgan Dashboard: Birgina ekran orqali tuman nazorati.</a:t>
            </a:r>
            <a:pPr indent="0" marL="0">
              <a:buNone/>
            </a:pPr>
            <a:r>
              <a:rPr lang="en-US" sz="2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Tezkor Reaksiya: Favqulodda vaziyatlarda 1-soniyalik ogohlantirish.</a:t>
            </a:r>
            <a:endParaRPr lang="en-US" sz="2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82880"/>
          </a:xfrm>
          <a:prstGeom prst="rect">
            <a:avLst/>
          </a:prstGeom>
          <a:solidFill>
            <a:srgbClr val="002B5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937760"/>
            <a:ext cx="9144000" cy="137160"/>
          </a:xfrm>
          <a:prstGeom prst="rect">
            <a:avLst/>
          </a:prstGeom>
          <a:solidFill>
            <a:srgbClr val="256D85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5486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02B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Intizom – Bu Muvaffaqiyat Garovi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731520" y="1463040"/>
            <a:ext cx="77724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17500" indent="-317500">
              <a:buSzPct val="100000"/>
              <a:buChar char="•"/>
            </a:pPr>
            <a:r>
              <a:rPr lang="en-US" sz="2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Inspektor borishini GPS va Foto-fakt orqali tasdiqlash.</a:t>
            </a:r>
            <a:pPr indent="0" marL="0">
              <a:buNone/>
            </a:pPr>
            <a:r>
              <a:rPr lang="en-US" sz="2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Sinxronizatsiya: Xodim joyida ma'lumot kiritadi, siz kabinetingizda ko'rasiz.</a:t>
            </a:r>
            <a:pPr indent="0" marL="0">
              <a:buNone/>
            </a:pPr>
            <a:r>
              <a:rPr lang="en-US" sz="2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rejim: Internet yo'qligi endi muammo emas.</a:t>
            </a:r>
            <a:pPr indent="0" marL="0">
              <a:buNone/>
            </a:pPr>
            <a:r>
              <a:rPr lang="en-US" sz="2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Ish unumi 3 baravarga oshishi.</a:t>
            </a:r>
            <a:endParaRPr lang="en-US" sz="2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82880"/>
          </a:xfrm>
          <a:prstGeom prst="rect">
            <a:avLst/>
          </a:prstGeom>
          <a:solidFill>
            <a:srgbClr val="002B5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937760"/>
            <a:ext cx="9144000" cy="137160"/>
          </a:xfrm>
          <a:prstGeom prst="rect">
            <a:avLst/>
          </a:prstGeom>
          <a:solidFill>
            <a:srgbClr val="256D85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5486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02B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Ixtisoslashgan Nazorat: Xavfsiz Hudud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731520" y="1463040"/>
            <a:ext cx="77724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17500" indent="-317500">
              <a:buSzPct val="100000"/>
              <a:buChar char="•"/>
            </a:pPr>
            <a:r>
              <a:rPr lang="en-US" sz="2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Bolalar gigiyenasi: Maktab va bog'chalarda 24/7 nazorat.</a:t>
            </a:r>
            <a:pPr indent="0" marL="0">
              <a:buNone/>
            </a:pPr>
            <a:r>
              <a:rPr lang="en-US" sz="2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Oziq-ovqat xavfsizligi: Taomlanish maskanlari monitoringi.</a:t>
            </a:r>
            <a:pPr indent="0" marL="0">
              <a:buNone/>
            </a:pPr>
            <a:r>
              <a:rPr lang="en-US" sz="2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Epidemiologiya: Kasallik trendlarini bashorat qilish.</a:t>
            </a:r>
            <a:pPr indent="0" marL="0">
              <a:buNone/>
            </a:pPr>
            <a:r>
              <a:rPr lang="en-US" sz="2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Kommunal nazorat: Hudud ekologiyasi va tozaligi.</a:t>
            </a:r>
            <a:endParaRPr lang="en-US" sz="2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82880"/>
          </a:xfrm>
          <a:prstGeom prst="rect">
            <a:avLst/>
          </a:prstGeom>
          <a:solidFill>
            <a:srgbClr val="002B5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937760"/>
            <a:ext cx="9144000" cy="137160"/>
          </a:xfrm>
          <a:prstGeom prst="rect">
            <a:avLst/>
          </a:prstGeom>
          <a:solidFill>
            <a:srgbClr val="256D85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5486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02B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Hisobotlar – 5 Soniyada Tayyor!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731520" y="1463040"/>
            <a:ext cx="77724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17500" indent="-317500">
              <a:buSzPct val="100000"/>
              <a:buChar char="•"/>
            </a:pPr>
            <a:r>
              <a:rPr lang="en-US" sz="2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Davlat standarti bo'yicha tayyor Excel jadvallar.</a:t>
            </a:r>
            <a:pPr indent="0" marL="0">
              <a:buNone/>
            </a:pPr>
            <a:r>
              <a:rPr lang="en-US" sz="2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Haftalik, oylik va yillik tahlillar bir tugma orqali.</a:t>
            </a:r>
            <a:pPr indent="0" marL="0">
              <a:buNone/>
            </a:pPr>
            <a:r>
              <a:rPr lang="en-US" sz="2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Vazir yoki Yuqori tashkilot kelsa – hisobot stolingizda tayyor.</a:t>
            </a:r>
            <a:pPr indent="0" marL="0">
              <a:buNone/>
            </a:pPr>
            <a:r>
              <a:rPr lang="en-US" sz="2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 ish vaqtini qog'ozdan — haqiqiy natijaga yo'naltirish.</a:t>
            </a:r>
            <a:endParaRPr lang="en-US" sz="2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82880"/>
          </a:xfrm>
          <a:prstGeom prst="rect">
            <a:avLst/>
          </a:prstGeom>
          <a:solidFill>
            <a:srgbClr val="002B5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937760"/>
            <a:ext cx="9144000" cy="137160"/>
          </a:xfrm>
          <a:prstGeom prst="rect">
            <a:avLst/>
          </a:prstGeom>
          <a:solidFill>
            <a:srgbClr val="256D85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5486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02B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Nega SMART SES ga Sarmoya Kiritish Kerak?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731520" y="1463040"/>
            <a:ext cx="77724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17500" indent="-317500">
              <a:buSzPct val="100000"/>
              <a:buChar char="•"/>
            </a:pPr>
            <a:r>
              <a:rPr lang="en-US" sz="2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Xatolar kamayadi – Jarima va tekshiruvlar xavfi minimallashadi.</a:t>
            </a:r>
            <a:pPr indent="0" marL="0">
              <a:buNone/>
            </a:pPr>
            <a:r>
              <a:rPr lang="en-US" sz="2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Budjet tejaladi – Resurslar samarali taqsimlanadi.</a:t>
            </a:r>
            <a:pPr indent="0" marL="0">
              <a:buNone/>
            </a:pPr>
            <a:r>
              <a:rPr lang="en-US" sz="2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Nufuz (Prestige) – Hududingiz eng raqamlashgan va xavfsiz maskanga aylanadi.</a:t>
            </a:r>
            <a:pPr indent="0" marL="0">
              <a:buNone/>
            </a:pPr>
            <a:r>
              <a:rPr lang="en-US" sz="2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To'liq xavfsizlik: Barcha ma'lumotlar himoyalangan va zaxiralangan.</a:t>
            </a:r>
            <a:endParaRPr lang="en-US" sz="2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B5B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182880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SMART SES — Zamonaviy Boshqaruv Kelajagidir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DFF6FF"/>
                </a:solidFill>
              </a:rPr>
              <a:t>Savollar va Hamkorlik Uchun Rahmat!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0" y="50292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FFFFFF"/>
                </a:solidFill>
              </a:rPr>
              <a:t>Tizimni amalda ko'rsatish (Live Demo) -&gt;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2026-02-26T15:35:46Z</dcterms:created>
  <dcterms:modified xsi:type="dcterms:W3CDTF">2026-02-26T15:35:46Z</dcterms:modified>
</cp:coreProperties>
</file>